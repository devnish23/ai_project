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Infra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Infrastructure Management System</a:t>
            </a:r>
          </a:p>
          <a:p>
            <a:r>
              <a:t>Comprehensive Solution for Application, Vendor, and Security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828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</a:t>
            </a:r>
          </a:p>
          <a:p>
            <a:r>
              <a:t>(React)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828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</a:t>
            </a:r>
          </a:p>
          <a:p>
            <a:r>
              <a:t>(Express)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828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MongoDB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004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Vendor Portals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32004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File Storage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194560.0"/>
            <a:ext cx="182880" cy="0.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297680" y="2194560.0"/>
            <a:ext cx="182880" cy="0.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2194560.0"/>
            <a:ext cx="182880" cy="0.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.0" y="2560320"/>
            <a:ext cx="0.0" cy="6400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.0" y="2560320"/>
            <a:ext cx="2011680.0" cy="6400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Full-stack platform for infrastructure, patch, and vendor management</a:t>
            </a:r>
          </a:p>
          <a:p>
            <a:pPr algn="l">
              <a:defRPr sz="2000"/>
            </a:pPr>
            <a:r>
              <a:t>- Real-time security advisory integration (Red Hat, etc.)</a:t>
            </a:r>
          </a:p>
          <a:p>
            <a:pPr algn="l">
              <a:defRPr sz="2000"/>
            </a:pPr>
            <a:r>
              <a:t>- Automated reporting and scheduling</a:t>
            </a:r>
          </a:p>
          <a:p>
            <a:pPr algn="l">
              <a:defRPr sz="2000"/>
            </a:pPr>
            <a:r>
              <a:t>- Modern, responsive UI for all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User authentication &amp; role-based access</a:t>
            </a:r>
          </a:p>
          <a:p>
            <a:pPr algn="l">
              <a:defRPr sz="2000"/>
            </a:pPr>
            <a:r>
              <a:t>- Application &amp; vendor portal management</a:t>
            </a:r>
          </a:p>
          <a:p>
            <a:pPr algn="l">
              <a:defRPr sz="2000"/>
            </a:pPr>
            <a:r>
              <a:t>- Bulk upload and file validation</a:t>
            </a:r>
          </a:p>
          <a:p>
            <a:pPr algn="l">
              <a:defRPr sz="2000"/>
            </a:pPr>
            <a:r>
              <a:t>- Customizable reporting (Excel, PowerPoint)</a:t>
            </a:r>
          </a:p>
          <a:p>
            <a:pPr algn="l">
              <a:defRPr sz="2000"/>
            </a:pPr>
            <a:r>
              <a:t>- Security risk tracking (CVEs, EOL dates)</a:t>
            </a:r>
          </a:p>
          <a:p>
            <a:pPr algn="l">
              <a:defRPr sz="2000"/>
            </a:pPr>
            <a:r>
              <a:t>- Scheduling and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Frontend: React, TypeScript, Tailwind CSS</a:t>
            </a:r>
          </a:p>
          <a:p>
            <a:pPr algn="l">
              <a:defRPr sz="2000"/>
            </a:pPr>
            <a:r>
              <a:t>- Backend: Node.js, Express, MongoDB</a:t>
            </a:r>
          </a:p>
          <a:p>
            <a:pPr algn="l">
              <a:defRPr sz="2000"/>
            </a:pPr>
            <a:r>
              <a:t>- Integration: Vendor APIs, Red Hat advisories</a:t>
            </a:r>
          </a:p>
          <a:p>
            <a:pPr algn="l">
              <a:defRPr sz="2000"/>
            </a:pPr>
            <a:r>
              <a:t>- Deployment: Modular, scalable, cloud-ready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User → Frontend (React) → Backend (Express) → MongoDB</a:t>
            </a:r>
          </a:p>
          <a:p>
            <a:pPr algn="l">
              <a:defRPr sz="2000"/>
            </a:pPr>
            <a:r>
              <a:t>                ↘ Vendor Portals (APIs)</a:t>
            </a:r>
          </a:p>
          <a:p>
            <a:pPr algn="l">
              <a:defRPr sz="2000"/>
            </a:pPr>
            <a:r>
              <a:t>                ↘ File Storage</a:t>
            </a:r>
          </a:p>
          <a:p>
            <a:pPr algn="l">
              <a:defRPr sz="2000"/>
            </a:pPr>
          </a:p>
          <a:p>
            <a:pPr algn="l">
              <a:defRPr sz="2000"/>
            </a:pPr>
            <a:r>
              <a:t>(See documentation for detailed diagram)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Clean, modern interface</a:t>
            </a:r>
          </a:p>
          <a:p>
            <a:pPr algn="l">
              <a:defRPr sz="2000"/>
            </a:pPr>
            <a:r>
              <a:t>- Mobile-friendly, responsive design</a:t>
            </a:r>
          </a:p>
          <a:p>
            <a:pPr algn="l">
              <a:defRPr sz="2000"/>
            </a:pPr>
            <a:r>
              <a:t>- Dark/light mode support</a:t>
            </a:r>
          </a:p>
          <a:p>
            <a:pPr algn="l">
              <a:defRPr sz="2000"/>
            </a:pPr>
            <a:r>
              <a:t>- Interactive dashboards and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JWT authentication, password hashing</a:t>
            </a:r>
          </a:p>
          <a:p>
            <a:pPr algn="l">
              <a:defRPr sz="2000"/>
            </a:pPr>
            <a:r>
              <a:t>- Role-based access control</a:t>
            </a:r>
          </a:p>
          <a:p>
            <a:pPr algn="l">
              <a:defRPr sz="2000"/>
            </a:pPr>
            <a:r>
              <a:t>- Input validation, CORS, Helmet</a:t>
            </a:r>
          </a:p>
          <a:p>
            <a:pPr algn="l">
              <a:defRPr sz="2000"/>
            </a:pPr>
            <a:r>
              <a:t>- Audit trails and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Generate Excel and PowerPoint reports</a:t>
            </a:r>
          </a:p>
          <a:p>
            <a:pPr algn="l">
              <a:defRPr sz="2000"/>
            </a:pPr>
            <a:r>
              <a:t>- Customizable templates</a:t>
            </a:r>
          </a:p>
          <a:p>
            <a:pPr algn="l">
              <a:defRPr sz="2000"/>
            </a:pPr>
            <a:r>
              <a:t>- Visual dashboards for management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&amp;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Automated data fetching from vendor portals</a:t>
            </a:r>
          </a:p>
          <a:p>
            <a:pPr algn="l">
              <a:defRPr sz="2000"/>
            </a:pPr>
            <a:r>
              <a:t>- Scheduled patch management and reporting</a:t>
            </a:r>
          </a:p>
          <a:p>
            <a:pPr algn="l">
              <a:defRPr sz="2000"/>
            </a:pPr>
            <a:r>
              <a:t>- Email notifications (optional)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Expand vendor integrations (more platforms)</a:t>
            </a:r>
          </a:p>
          <a:p>
            <a:pPr algn="l">
              <a:defRPr sz="2000"/>
            </a:pPr>
            <a:r>
              <a:t>- Advanced analytics and AI-driven insights</a:t>
            </a:r>
          </a:p>
          <a:p>
            <a:pPr algn="l">
              <a:defRPr sz="2000"/>
            </a:pPr>
            <a:r>
              <a:t>- Enhanced notification and alerting</a:t>
            </a:r>
          </a:p>
          <a:p>
            <a:pPr algn="l">
              <a:defRPr sz="2000"/>
            </a:pPr>
            <a:r>
              <a:t>- User feedback and continuous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</a:p>
          <a:p>
            <a:pPr algn="l">
              <a:defRPr sz="2000"/>
            </a:pPr>
            <a:r>
              <a:t>- Project team contacts</a:t>
            </a:r>
          </a:p>
          <a:p>
            <a:pPr algn="l">
              <a:defRPr sz="2000"/>
            </a:pPr>
            <a:r>
              <a:t>-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